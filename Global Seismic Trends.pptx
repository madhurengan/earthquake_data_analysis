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3" autoAdjust="0"/>
    <p:restoredTop sz="94660"/>
  </p:normalViewPr>
  <p:slideViewPr>
    <p:cSldViewPr snapToGrid="0">
      <p:cViewPr>
        <p:scale>
          <a:sx n="69" d="100"/>
          <a:sy n="69" d="100"/>
        </p:scale>
        <p:origin x="3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631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7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46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0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48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91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53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82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647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643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88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99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7616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266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1625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90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08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E204383-32D6-4F86-9D38-B0D8311DABC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3F4405-384D-4090-BD4B-433450CF15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902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DC9B9-99B3-B11E-395B-E5F61B3F5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091" y="1964267"/>
            <a:ext cx="9867034" cy="2421464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Seismic Trends: Earthquake Data Analysis Dashboard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D22BF-56BA-3A82-5000-1DD88AD22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6234" y="4839708"/>
            <a:ext cx="5153891" cy="547399"/>
          </a:xfrm>
        </p:spPr>
        <p:txBody>
          <a:bodyPr/>
          <a:lstStyle/>
          <a:p>
            <a:r>
              <a:rPr lang="en-IN" dirty="0"/>
              <a:t>	By, Madhumitha V		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E7693-F63A-DD42-8B69-E808284914B4}"/>
              </a:ext>
            </a:extLst>
          </p:cNvPr>
          <p:cNvSpPr txBox="1"/>
          <p:nvPr/>
        </p:nvSpPr>
        <p:spPr>
          <a:xfrm>
            <a:off x="5596313" y="4320249"/>
            <a:ext cx="713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End-to-End Data Pipeline with 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99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20E15-F607-0028-E942-F2D5F53F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60E55D-7F9E-C279-9EFA-BB3A023CA3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905506"/>
            <a:ext cx="704712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earthquake patterns over the last 5 years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Python, Pandas, Streamlit, SQL, USGS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 with insights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65018F8-10EA-EF8E-C2B9-7B6151124D0E}"/>
              </a:ext>
            </a:extLst>
          </p:cNvPr>
          <p:cNvSpPr txBox="1">
            <a:spLocks/>
          </p:cNvSpPr>
          <p:nvPr/>
        </p:nvSpPr>
        <p:spPr>
          <a:xfrm>
            <a:off x="685800" y="3191164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502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E1919-B2EB-0CD8-9149-A5BABBF5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Pipeline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A8DEF36-1A9F-F7EE-E807-0966E4D99A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935310"/>
            <a:ext cx="6996467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Monthly API requests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GeoJSON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DataFrame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Mean/median imputations for missing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xtraction for countries/continents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Flags for depth &amp; magnitude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Year, month,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day_of_week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9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DB94-89B4-2371-7767-F9BD390C5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5B57B2-5129-45A6-6B22-E1CFEE0E0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627806"/>
            <a:ext cx="942758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Magnitude &amp; Depth: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Strongest, deepest, shallow high‑mag events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active year, month, day, hour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Casualties &amp; Alerts: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 5 places, tsunami counts, alert levels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Growth rate, seismic activity score, reliability metrics</a:t>
            </a:r>
          </a:p>
        </p:txBody>
      </p:sp>
    </p:spTree>
    <p:extLst>
      <p:ext uri="{BB962C8B-B14F-4D97-AF65-F5344CB8AC3E}">
        <p14:creationId xmlns:p14="http://schemas.microsoft.com/office/powerpoint/2010/main" val="599182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14</TotalTime>
  <Words>148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Celestial</vt:lpstr>
      <vt:lpstr>Global Seismic Trends: Earthquake Data Analysis Dashboard</vt:lpstr>
      <vt:lpstr>Project Overview</vt:lpstr>
      <vt:lpstr>Data Pipeline</vt:lpstr>
      <vt:lpstr>Dashboard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madhumitha vijayarengan</dc:creator>
  <cp:lastModifiedBy>madhumitha vijayarengan</cp:lastModifiedBy>
  <cp:revision>1</cp:revision>
  <dcterms:created xsi:type="dcterms:W3CDTF">2026-06-01T05:09:40Z</dcterms:created>
  <dcterms:modified xsi:type="dcterms:W3CDTF">2026-06-01T05:24:34Z</dcterms:modified>
</cp:coreProperties>
</file>